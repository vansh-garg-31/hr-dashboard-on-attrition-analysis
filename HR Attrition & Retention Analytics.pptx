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452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efcf-9d32-8e09-8000-000089ccd3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DF7227-48A5-3773-EDBD-C8219F2C3A84}"/>
              </a:ext>
            </a:extLst>
          </p:cNvPr>
          <p:cNvSpPr txBox="1"/>
          <p:nvPr/>
        </p:nvSpPr>
        <p:spPr>
          <a:xfrm>
            <a:off x="11308080" y="2870954"/>
            <a:ext cx="376428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IN" dirty="0"/>
              <a:t>Date: 29/11/2025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efe2-f582-8b13-8000-00007c4411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A4C686-FE95-4183-7A7E-8083F75DA8BB}"/>
              </a:ext>
            </a:extLst>
          </p:cNvPr>
          <p:cNvSpPr txBox="1"/>
          <p:nvPr/>
        </p:nvSpPr>
        <p:spPr>
          <a:xfrm>
            <a:off x="15144750" y="9618464"/>
            <a:ext cx="291465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IN" sz="2400" dirty="0"/>
              <a:t>Date: 29/11/2025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efdf-a272-80ec-8000-0000ab22a5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efeb-5c22-8a42-8000-0000a56696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efe1-5f12-8f34-8000-00000bb897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efe8-5c62-83e0-8000-0000a16eb8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003-d1d2-8fd2-8000-0000e15a6d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effa-fa32-810c-8000-000003276f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eff9-e472-838c-8000-0000625d17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010-6072-8f9b-8000-0000067943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000-9902-8947-8000-0000f78118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02d-55e2-8073-8000-0000d13379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01d-2dc2-8f8c-8000-00000955f1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026-be72-8d30-8000-0000a48e07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B536E7-4D36-EDE6-2E71-274F8516F2F9}"/>
              </a:ext>
            </a:extLst>
          </p:cNvPr>
          <p:cNvSpPr txBox="1"/>
          <p:nvPr/>
        </p:nvSpPr>
        <p:spPr>
          <a:xfrm>
            <a:off x="7136091" y="6217920"/>
            <a:ext cx="480767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dirty="0"/>
              <a:t>vanshgarg3181@gmail.com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8B1A3-8F77-4A98-03BD-80ED40FCEA00}"/>
              </a:ext>
            </a:extLst>
          </p:cNvPr>
          <p:cNvSpPr txBox="1"/>
          <p:nvPr/>
        </p:nvSpPr>
        <p:spPr>
          <a:xfrm>
            <a:off x="7722123" y="7011342"/>
            <a:ext cx="5531963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https://www.linkedin.com/in/vansh-garg-1a630a225/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</Words>
  <Application>Microsoft Office PowerPoint</Application>
  <PresentationFormat>Custom</PresentationFormat>
  <Paragraphs>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&amp; Retention Analytics</dc:title>
  <dc:subject>HR Attrition &amp; Retention Analytics</dc:subject>
  <dc:creator>Kimi</dc:creator>
  <cp:lastModifiedBy>Vansh Garg</cp:lastModifiedBy>
  <cp:revision>2</cp:revision>
  <dcterms:created xsi:type="dcterms:W3CDTF">2025-11-29T09:49:53Z</dcterms:created>
  <dcterms:modified xsi:type="dcterms:W3CDTF">2025-11-29T09:57:58Z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{"Label":"HR Attrition &amp; Retention Analytics","ContentProducer":"001191110108MACG2KBH8F10000","ProduceID":"d4lbul5o082t2mav1tf0","ReservedCode1":"","ContentPropagator":"001191110108MACG2KBH8F20000","PropagateID":"d4lbul5o082t2mav1tf0","ReservedCode2":""}</vt:lpwstr>
  </property>
</Properties>
</file>